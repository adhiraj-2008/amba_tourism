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796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overOverlay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2BEAD6D-F8FD-4610-B696-6E62907035E1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2614DA3-F060-4AC5-AD1E-3AFF71F96F81}" type="slidenum">
              <a:rPr lang="en-IN" smtClean="0"/>
              <a:t>‹#›</a:t>
            </a:fld>
            <a:endParaRPr lang="en-IN"/>
          </a:p>
        </p:txBody>
      </p:sp>
      <p:grpSp>
        <p:nvGrpSpPr>
          <p:cNvPr id="8" name="Group 7"/>
          <p:cNvGrpSpPr/>
          <p:nvPr/>
        </p:nvGrpSpPr>
        <p:grpSpPr>
          <a:xfrm>
            <a:off x="1194101" y="2887530"/>
            <a:ext cx="6779110" cy="923330"/>
            <a:chOff x="1172584" y="1381459"/>
            <a:chExt cx="6779110" cy="923330"/>
          </a:xfrm>
          <a:effectLst>
            <a:outerShdw blurRad="38100" dist="12700" dir="16200000" rotWithShape="0">
              <a:prstClr val="black">
                <a:alpha val="30000"/>
              </a:prstClr>
            </a:outerShdw>
          </a:effectLst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ln w="3175">
                    <a:solidFill>
                      <a:schemeClr val="tx2">
                        <a:alpha val="60000"/>
                      </a:schemeClr>
                    </a:solidFill>
                  </a:ln>
                  <a:solidFill>
                    <a:schemeClr val="tx2">
                      <a:lumMod val="90000"/>
                    </a:schemeClr>
                  </a:solidFill>
                  <a:effectLst>
                    <a:outerShdw blurRad="34925" dist="12700" dir="14400000" algn="ctr" rotWithShape="0">
                      <a:srgbClr val="000000">
                        <a:alpha val="21000"/>
                      </a:srgbClr>
                    </a:outerShdw>
                  </a:effectLst>
                  <a:latin typeface="Wingdings" pitchFamily="2" charset="2"/>
                </a:rPr>
                <a:t></a:t>
              </a:r>
              <a:endParaRPr lang="en-US" sz="5400" dirty="0">
                <a:ln w="3175">
                  <a:solidFill>
                    <a:schemeClr val="tx2">
                      <a:alpha val="60000"/>
                    </a:schemeClr>
                  </a:solidFill>
                </a:ln>
                <a:solidFill>
                  <a:schemeClr val="tx2">
                    <a:lumMod val="90000"/>
                  </a:schemeClr>
                </a:solidFill>
                <a:effectLst>
                  <a:outerShdw blurRad="34925" dist="12700" dir="14400000" algn="ctr" rotWithShape="0">
                    <a:srgbClr val="000000">
                      <a:alpha val="21000"/>
                    </a:srgbClr>
                  </a:outerShdw>
                </a:effectLst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293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83341" y="1387737"/>
            <a:ext cx="6777318" cy="1731982"/>
          </a:xfrm>
        </p:spPr>
        <p:txBody>
          <a:bodyPr anchor="b"/>
          <a:lstStyle>
            <a:lvl1pPr>
              <a:defRPr>
                <a:ln w="3175">
                  <a:solidFill>
                    <a:schemeClr val="tx1">
                      <a:alpha val="65000"/>
                    </a:schemeClr>
                  </a:solidFill>
                </a:ln>
                <a:solidFill>
                  <a:schemeClr val="tx1"/>
                </a:solidFill>
                <a:effectLst>
                  <a:outerShdw blurRad="25400" dist="12700" dir="14220000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767862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effectLst>
                  <a:outerShdw blurRad="34925" dist="12700" dir="14400000" rotWithShape="0">
                    <a:prstClr val="black">
                      <a:alpha val="21000"/>
                    </a:prstClr>
                  </a:outerShdw>
                </a:effectLst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EAD6D-F8FD-4610-B696-6E62907035E1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14DA3-F060-4AC5-AD1E-3AFF71F96F81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3" name="TextBox 12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4" name="Straight Connector 13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overOverlay.png"/>
          <p:cNvPicPr>
            <a:picLocks noChangeAspect="1"/>
          </p:cNvPicPr>
          <p:nvPr/>
        </p:nvPicPr>
        <p:blipFill>
          <a:blip r:embed="rId2" cstate="print">
            <a:lum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1172584" y="2887579"/>
            <a:ext cx="6779110" cy="923330"/>
            <a:chOff x="1172584" y="1381459"/>
            <a:chExt cx="6779110" cy="923330"/>
          </a:xfrm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7412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40" y="1204857"/>
            <a:ext cx="7754713" cy="1910716"/>
          </a:xfrm>
        </p:spPr>
        <p:txBody>
          <a:bodyPr anchor="b"/>
          <a:lstStyle>
            <a:lvl1pPr algn="ctr">
              <a:defRPr sz="5400" b="0" cap="none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8" y="3767316"/>
            <a:ext cx="7734747" cy="15001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EAD6D-F8FD-4610-B696-6E62907035E1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14DA3-F060-4AC5-AD1E-3AFF71F96F81}" type="slidenum">
              <a:rPr lang="en-IN" smtClean="0"/>
              <a:t>‹#›</a:t>
            </a:fld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EAD6D-F8FD-4610-B696-6E62907035E1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14DA3-F060-4AC5-AD1E-3AFF71F96F81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grpSp>
        <p:nvGrpSpPr>
          <p:cNvPr id="13" name="Group 12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85800" y="2240280"/>
            <a:ext cx="3803904" cy="387705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4"/>
          </p:nvPr>
        </p:nvSpPr>
        <p:spPr>
          <a:xfrm>
            <a:off x="4645151" y="2240280"/>
            <a:ext cx="3803904" cy="387705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1560" y="2240280"/>
            <a:ext cx="3442446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8488" y="2947595"/>
            <a:ext cx="3803904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02306" y="2240280"/>
            <a:ext cx="3447288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44368"/>
            <a:ext cx="3799728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EAD6D-F8FD-4610-B696-6E62907035E1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14DA3-F060-4AC5-AD1E-3AFF71F96F81}" type="slidenum">
              <a:rPr lang="en-IN" smtClean="0"/>
              <a:t>‹#›</a:t>
            </a:fld>
            <a:endParaRPr lang="en-IN"/>
          </a:p>
        </p:txBody>
      </p:sp>
      <p:grpSp>
        <p:nvGrpSpPr>
          <p:cNvPr id="14" name="Group 13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6" name="TextBox 15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7" name="Straight Connector 16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EAD6D-F8FD-4610-B696-6E62907035E1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14DA3-F060-4AC5-AD1E-3AFF71F96F81}" type="slidenum">
              <a:rPr lang="en-IN" smtClean="0"/>
              <a:t>‹#›</a:t>
            </a:fld>
            <a:endParaRPr lang="en-IN"/>
          </a:p>
        </p:txBody>
      </p:sp>
      <p:grpSp>
        <p:nvGrpSpPr>
          <p:cNvPr id="10" name="Group 9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EAD6D-F8FD-4610-B696-6E62907035E1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14DA3-F060-4AC5-AD1E-3AFF71F96F8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4579" y="1678195"/>
            <a:ext cx="3422483" cy="1886921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2001" y="559398"/>
            <a:ext cx="4116667" cy="5566765"/>
          </a:xfrm>
        </p:spPr>
        <p:txBody>
          <a:bodyPr anchor="ctr"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4579" y="3603812"/>
            <a:ext cx="3411725" cy="2517289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EAD6D-F8FD-4610-B696-6E62907035E1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14DA3-F060-4AC5-AD1E-3AFF71F96F8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731" y="4668818"/>
            <a:ext cx="7767021" cy="644729"/>
          </a:xfrm>
        </p:spPr>
        <p:txBody>
          <a:bodyPr anchor="b"/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240000">
            <a:off x="2183792" y="666965"/>
            <a:ext cx="4772156" cy="3598016"/>
          </a:xfr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24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8489" y="5324306"/>
            <a:ext cx="7756264" cy="80486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EAD6D-F8FD-4610-B696-6E62907035E1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14DA3-F060-4AC5-AD1E-3AFF71F96F8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EAD6D-F8FD-4610-B696-6E62907035E1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14DA3-F060-4AC5-AD1E-3AFF71F96F81}" type="slidenum">
              <a:rPr lang="en-IN" smtClean="0"/>
              <a:t>‹#›</a:t>
            </a:fld>
            <a:endParaRPr lang="en-IN"/>
          </a:p>
        </p:txBody>
      </p:sp>
      <p:grpSp>
        <p:nvGrpSpPr>
          <p:cNvPr id="11" name="Group 10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5" name="TextBox 14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6" name="Straight Connector 15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6560" y="559398"/>
            <a:ext cx="1678193" cy="556676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8488" y="849854"/>
            <a:ext cx="5507917" cy="502382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EAD6D-F8FD-4610-B696-6E62907035E1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14DA3-F060-4AC5-AD1E-3AFF71F96F81}" type="slidenum">
              <a:rPr lang="en-IN" smtClean="0"/>
              <a:t>‹#›</a:t>
            </a:fld>
            <a:endParaRPr lang="en-IN"/>
          </a:p>
        </p:txBody>
      </p:sp>
      <p:grpSp>
        <p:nvGrpSpPr>
          <p:cNvPr id="11" name="Group 10"/>
          <p:cNvGrpSpPr/>
          <p:nvPr/>
        </p:nvGrpSpPr>
        <p:grpSpPr>
          <a:xfrm rot="5400000">
            <a:off x="3909050" y="2880823"/>
            <a:ext cx="5480154" cy="923330"/>
            <a:chOff x="1815339" y="1381459"/>
            <a:chExt cx="5480154" cy="923330"/>
          </a:xfrm>
        </p:grpSpPr>
        <p:sp>
          <p:nvSpPr>
            <p:cNvPr id="12" name="TextBox 11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3" name="Straight Connector 12"/>
            <p:cNvCxnSpPr/>
            <p:nvPr/>
          </p:nvCxnSpPr>
          <p:spPr>
            <a:xfrm flipH="1" flipV="1">
              <a:off x="1815339" y="1924709"/>
              <a:ext cx="2468880" cy="2505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4826613" y="1927417"/>
              <a:ext cx="2468880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83000">
                <a:schemeClr val="bg1">
                  <a:alpha val="11000"/>
                </a:schemeClr>
              </a:gs>
              <a:gs pos="100000">
                <a:schemeClr val="bg2">
                  <a:lumMod val="75000"/>
                  <a:alpha val="23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8490" y="570156"/>
            <a:ext cx="7756263" cy="1054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7" y="2248347"/>
            <a:ext cx="7745505" cy="38778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60378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12BEAD6D-F8FD-4610-B696-6E62907035E1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16144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39264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22614DA3-F060-4AC5-AD1E-3AFF71F96F81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5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576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77724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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4300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50876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82880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14884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78892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AMBA  VILLAGE  TOURISM WEBSITE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By </a:t>
            </a:r>
            <a:r>
              <a:rPr lang="en-US" dirty="0" err="1" smtClean="0"/>
              <a:t>Adhiraj</a:t>
            </a:r>
            <a:r>
              <a:rPr lang="en-US" dirty="0" smtClean="0"/>
              <a:t> </a:t>
            </a:r>
            <a:r>
              <a:rPr lang="en-US" dirty="0" err="1" smtClean="0"/>
              <a:t>Sagar</a:t>
            </a:r>
            <a:r>
              <a:rPr lang="en-US" dirty="0" smtClean="0"/>
              <a:t> </a:t>
            </a:r>
            <a:r>
              <a:rPr lang="en-US" dirty="0" err="1" smtClean="0"/>
              <a:t>Kolekar</a:t>
            </a:r>
            <a:endParaRPr lang="en-US" dirty="0" smtClean="0"/>
          </a:p>
          <a:p>
            <a:r>
              <a:rPr lang="en-US" dirty="0" smtClean="0"/>
              <a:t>Diploma in Computer Engineering</a:t>
            </a:r>
          </a:p>
          <a:p>
            <a:r>
              <a:rPr lang="en-US" dirty="0" smtClean="0"/>
              <a:t>BSIET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19179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Amba</a:t>
            </a:r>
            <a:r>
              <a:rPr lang="en-US" dirty="0"/>
              <a:t> Village Tourism Website is a responsive tourism website. </a:t>
            </a:r>
            <a:endParaRPr lang="en-US" dirty="0" smtClean="0"/>
          </a:p>
          <a:p>
            <a:r>
              <a:rPr lang="en-US" dirty="0" smtClean="0"/>
              <a:t>It </a:t>
            </a:r>
            <a:r>
              <a:rPr lang="en-US" dirty="0"/>
              <a:t>provides information about tourist attractions and important places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/>
              <a:t>The website is designed using HTML, CSS, and Bootstrap. </a:t>
            </a:r>
            <a:endParaRPr lang="en-US" dirty="0" smtClean="0"/>
          </a:p>
          <a:p>
            <a:r>
              <a:rPr lang="en-US" dirty="0" smtClean="0"/>
              <a:t>It </a:t>
            </a:r>
            <a:r>
              <a:rPr lang="en-US" dirty="0"/>
              <a:t>has an attractive and user-friendly interface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/>
              <a:t>It helps tourists explore and plan their visit easily.</a:t>
            </a: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4017468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Promote tourism in </a:t>
            </a:r>
            <a:r>
              <a:rPr lang="en-US" dirty="0" err="1"/>
              <a:t>Amba</a:t>
            </a:r>
            <a:r>
              <a:rPr lang="en-US" dirty="0"/>
              <a:t> </a:t>
            </a:r>
            <a:r>
              <a:rPr lang="en-US" dirty="0" smtClean="0"/>
              <a:t>Village.</a:t>
            </a:r>
          </a:p>
          <a:p>
            <a:r>
              <a:rPr lang="en-US" dirty="0" smtClean="0"/>
              <a:t> </a:t>
            </a:r>
            <a:r>
              <a:rPr lang="en-US" dirty="0"/>
              <a:t>Provide information about tourist </a:t>
            </a:r>
            <a:r>
              <a:rPr lang="en-US" dirty="0" smtClean="0"/>
              <a:t>attractions.</a:t>
            </a:r>
          </a:p>
          <a:p>
            <a:r>
              <a:rPr lang="en-US" dirty="0" smtClean="0"/>
              <a:t> </a:t>
            </a:r>
            <a:r>
              <a:rPr lang="en-US" dirty="0"/>
              <a:t>Showcase natural beauty through </a:t>
            </a:r>
            <a:r>
              <a:rPr lang="en-US" dirty="0" smtClean="0"/>
              <a:t>images.</a:t>
            </a:r>
          </a:p>
          <a:p>
            <a:r>
              <a:rPr lang="en-US" dirty="0" smtClean="0"/>
              <a:t> </a:t>
            </a:r>
            <a:r>
              <a:rPr lang="en-US" dirty="0"/>
              <a:t>Create a responsive and user-friendly </a:t>
            </a:r>
            <a:r>
              <a:rPr lang="en-US" dirty="0" smtClean="0"/>
              <a:t>website.</a:t>
            </a:r>
          </a:p>
          <a:p>
            <a:r>
              <a:rPr lang="en-US" dirty="0" smtClean="0"/>
              <a:t> </a:t>
            </a:r>
            <a:r>
              <a:rPr lang="en-US" dirty="0"/>
              <a:t>Help tourists plan their </a:t>
            </a:r>
            <a:r>
              <a:rPr lang="en-US" dirty="0" smtClean="0"/>
              <a:t>visit.</a:t>
            </a: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OBJECTIVES</a:t>
            </a:r>
          </a:p>
        </p:txBody>
      </p:sp>
    </p:spTree>
    <p:extLst>
      <p:ext uri="{BB962C8B-B14F-4D97-AF65-F5344CB8AC3E}">
        <p14:creationId xmlns:p14="http://schemas.microsoft.com/office/powerpoint/2010/main" val="3421545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Responsive </a:t>
            </a:r>
            <a:r>
              <a:rPr lang="en-US" dirty="0" smtClean="0"/>
              <a:t>Design</a:t>
            </a:r>
            <a:endParaRPr lang="en-US" dirty="0"/>
          </a:p>
          <a:p>
            <a:r>
              <a:rPr lang="en-US" dirty="0" smtClean="0"/>
              <a:t>Navigation Bar</a:t>
            </a:r>
          </a:p>
          <a:p>
            <a:r>
              <a:rPr lang="en-US" dirty="0" smtClean="0"/>
              <a:t> </a:t>
            </a:r>
            <a:r>
              <a:rPr lang="en-US" dirty="0"/>
              <a:t>Scrolling News </a:t>
            </a:r>
            <a:r>
              <a:rPr lang="en-US" dirty="0" smtClean="0"/>
              <a:t>Ticker</a:t>
            </a:r>
          </a:p>
          <a:p>
            <a:r>
              <a:rPr lang="en-US" dirty="0" smtClean="0"/>
              <a:t> </a:t>
            </a:r>
            <a:r>
              <a:rPr lang="en-US" dirty="0"/>
              <a:t>Tourist </a:t>
            </a:r>
            <a:r>
              <a:rPr lang="en-US" dirty="0" smtClean="0"/>
              <a:t>Information</a:t>
            </a:r>
          </a:p>
          <a:p>
            <a:r>
              <a:rPr lang="en-US" dirty="0" smtClean="0"/>
              <a:t> </a:t>
            </a:r>
            <a:r>
              <a:rPr lang="en-US" dirty="0"/>
              <a:t>Contact </a:t>
            </a:r>
            <a:r>
              <a:rPr lang="en-US" dirty="0" smtClean="0"/>
              <a:t>Form</a:t>
            </a:r>
          </a:p>
          <a:p>
            <a:r>
              <a:rPr lang="en-US" dirty="0" smtClean="0"/>
              <a:t> </a:t>
            </a:r>
            <a:r>
              <a:rPr lang="en-US" dirty="0"/>
              <a:t>Attractive Footer</a:t>
            </a: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WEBSITE FEATURES</a:t>
            </a:r>
          </a:p>
        </p:txBody>
      </p:sp>
    </p:spTree>
    <p:extLst>
      <p:ext uri="{BB962C8B-B14F-4D97-AF65-F5344CB8AC3E}">
        <p14:creationId xmlns:p14="http://schemas.microsoft.com/office/powerpoint/2010/main" val="1383802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HTML </a:t>
            </a:r>
            <a:r>
              <a:rPr lang="en-IN" dirty="0"/>
              <a:t>– Structure of </a:t>
            </a:r>
            <a:r>
              <a:rPr lang="en-IN" dirty="0" smtClean="0"/>
              <a:t>webpages</a:t>
            </a:r>
          </a:p>
          <a:p>
            <a:r>
              <a:rPr lang="en-IN" dirty="0" smtClean="0"/>
              <a:t>CSS </a:t>
            </a:r>
            <a:r>
              <a:rPr lang="en-IN" dirty="0"/>
              <a:t>– Styling and </a:t>
            </a:r>
            <a:r>
              <a:rPr lang="en-IN" dirty="0" smtClean="0"/>
              <a:t>design</a:t>
            </a:r>
          </a:p>
          <a:p>
            <a:r>
              <a:rPr lang="en-IN" dirty="0" smtClean="0"/>
              <a:t> </a:t>
            </a:r>
            <a:r>
              <a:rPr lang="en-IN" dirty="0"/>
              <a:t>Bootstrap </a:t>
            </a:r>
            <a:r>
              <a:rPr lang="en-IN" dirty="0" smtClean="0"/>
              <a:t> </a:t>
            </a:r>
            <a:r>
              <a:rPr lang="en-IN" dirty="0"/>
              <a:t>– Responsive </a:t>
            </a:r>
            <a:r>
              <a:rPr lang="en-IN" dirty="0" smtClean="0"/>
              <a:t>layout</a:t>
            </a:r>
          </a:p>
          <a:p>
            <a:r>
              <a:rPr lang="en-IN" dirty="0" smtClean="0"/>
              <a:t> </a:t>
            </a:r>
            <a:r>
              <a:rPr lang="en-IN" dirty="0"/>
              <a:t>JavaScript – Interactive </a:t>
            </a:r>
            <a:r>
              <a:rPr lang="en-IN" dirty="0" smtClean="0"/>
              <a:t>components</a:t>
            </a:r>
          </a:p>
          <a:p>
            <a:r>
              <a:rPr lang="en-IN" dirty="0" smtClean="0"/>
              <a:t> </a:t>
            </a:r>
            <a:r>
              <a:rPr lang="en-IN" dirty="0"/>
              <a:t>Visual Studio Code – Development Environment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TECHNOLOGIES USED</a:t>
            </a:r>
          </a:p>
        </p:txBody>
      </p:sp>
    </p:spTree>
    <p:extLst>
      <p:ext uri="{BB962C8B-B14F-4D97-AF65-F5344CB8AC3E}">
        <p14:creationId xmlns:p14="http://schemas.microsoft.com/office/powerpoint/2010/main" val="1502072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1268760"/>
            <a:ext cx="6408712" cy="2448272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55576" y="188640"/>
            <a:ext cx="7756263" cy="1054250"/>
          </a:xfrm>
        </p:spPr>
        <p:txBody>
          <a:bodyPr/>
          <a:lstStyle/>
          <a:p>
            <a:r>
              <a:rPr lang="en-IN" dirty="0"/>
              <a:t>HOME PAGE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800" y="3933056"/>
            <a:ext cx="6228000" cy="273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926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1268760"/>
            <a:ext cx="5889804" cy="2736304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83568" y="188640"/>
            <a:ext cx="7756263" cy="1054250"/>
          </a:xfrm>
        </p:spPr>
        <p:txBody>
          <a:bodyPr/>
          <a:lstStyle/>
          <a:p>
            <a:r>
              <a:rPr lang="en-US" dirty="0" smtClean="0"/>
              <a:t>About Us page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6776" y="4077072"/>
            <a:ext cx="5832648" cy="2706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333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7" y="1556792"/>
            <a:ext cx="5269825" cy="2448272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55576" y="260648"/>
            <a:ext cx="7756263" cy="1054250"/>
          </a:xfrm>
        </p:spPr>
        <p:txBody>
          <a:bodyPr/>
          <a:lstStyle/>
          <a:p>
            <a:r>
              <a:rPr lang="en-US" dirty="0" smtClean="0"/>
              <a:t>Tourism Page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9872" y="4293096"/>
            <a:ext cx="5472608" cy="2234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522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208" y="1412776"/>
            <a:ext cx="5735263" cy="2664296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55576" y="260648"/>
            <a:ext cx="7756263" cy="1054250"/>
          </a:xfrm>
        </p:spPr>
        <p:txBody>
          <a:bodyPr/>
          <a:lstStyle/>
          <a:p>
            <a:r>
              <a:rPr lang="en-US" dirty="0" smtClean="0"/>
              <a:t>Contact page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1880" y="4149080"/>
            <a:ext cx="5508104" cy="2567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816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Amba</a:t>
            </a:r>
            <a:r>
              <a:rPr lang="en-US" dirty="0"/>
              <a:t> Village Tourism Website successfully promotes tourism by providing useful information in an attractive and responsive format.</a:t>
            </a:r>
          </a:p>
          <a:p>
            <a:r>
              <a:rPr lang="en-US" dirty="0"/>
              <a:t>The website showcases the beauty of </a:t>
            </a:r>
            <a:r>
              <a:rPr lang="en-US" dirty="0" err="1"/>
              <a:t>Amba</a:t>
            </a:r>
            <a:r>
              <a:rPr lang="en-US" dirty="0"/>
              <a:t> Village and helps tourists plan their visit effectively.</a:t>
            </a: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5375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83568" y="3429000"/>
            <a:ext cx="7745505" cy="387781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200" dirty="0" smtClean="0"/>
              <a:t>Any Questions?</a:t>
            </a:r>
            <a:endParaRPr lang="en-IN" sz="32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Thank 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76261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Hardcover">
  <a:themeElements>
    <a:clrScheme name="Hardcover">
      <a:dk1>
        <a:sysClr val="windowText" lastClr="000000"/>
      </a:dk1>
      <a:lt1>
        <a:sysClr val="window" lastClr="FFFFFF"/>
      </a:lt1>
      <a:dk2>
        <a:srgbClr val="895D1D"/>
      </a:dk2>
      <a:lt2>
        <a:srgbClr val="ECE9C6"/>
      </a:lt2>
      <a:accent1>
        <a:srgbClr val="873624"/>
      </a:accent1>
      <a:accent2>
        <a:srgbClr val="D6862D"/>
      </a:accent2>
      <a:accent3>
        <a:srgbClr val="D0BE40"/>
      </a:accent3>
      <a:accent4>
        <a:srgbClr val="877F6C"/>
      </a:accent4>
      <a:accent5>
        <a:srgbClr val="972109"/>
      </a:accent5>
      <a:accent6>
        <a:srgbClr val="AEB795"/>
      </a:accent6>
      <a:hlink>
        <a:srgbClr val="CC9900"/>
      </a:hlink>
      <a:folHlink>
        <a:srgbClr val="B2B2B2"/>
      </a:folHlink>
    </a:clrScheme>
    <a:fontScheme name="Hardcover">
      <a:maj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궁서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Hardcover">
      <a:fillStyleLst>
        <a:solidFill>
          <a:schemeClr val="phClr"/>
        </a:solidFill>
        <a:solidFill>
          <a:schemeClr val="phClr">
            <a:tint val="68000"/>
            <a:shade val="94000"/>
            <a:satMod val="300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80000"/>
                <a:lumMod val="98000"/>
              </a:schemeClr>
            </a:gs>
            <a:gs pos="100000">
              <a:schemeClr val="phClr">
                <a:satMod val="130000"/>
              </a:schemeClr>
            </a:gs>
          </a:gsLst>
          <a:lin ang="5160000" scaled="0"/>
        </a:gradFill>
      </a:fillStyleLst>
      <a:lnStyleLst>
        <a:ln w="12700" cap="flat" cmpd="sng" algn="ctr">
          <a:solidFill>
            <a:schemeClr val="phClr">
              <a:shade val="90000"/>
              <a:lumMod val="90000"/>
            </a:schemeClr>
          </a:solidFill>
          <a:prstDash val="solid"/>
        </a:ln>
        <a:ln w="19050" cap="flat" cmpd="sng" algn="ctr">
          <a:solidFill>
            <a:schemeClr val="phClr">
              <a:shade val="75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12700" dir="5400000" rotWithShape="0">
              <a:srgbClr val="000000">
                <a:alpha val="1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6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400000"/>
            </a:lightRig>
          </a:scene3d>
          <a:sp3d>
            <a:bevelT w="25400" h="25400"/>
          </a:sp3d>
        </a:effectStyle>
      </a:effectStyleLst>
      <a:bgFillStyleLst>
        <a:solidFill>
          <a:schemeClr val="phClr">
            <a:tint val="96000"/>
            <a:lumMod val="11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3000"/>
                <a:shade val="20000"/>
              </a:schemeClr>
              <a:schemeClr val="phClr">
                <a:tint val="90000"/>
                <a:shade val="85000"/>
                <a:satMod val="115000"/>
              </a:schemeClr>
            </a:duotone>
          </a:blip>
          <a:tile tx="0" ty="0" sx="60000" sy="6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shade val="50000"/>
                <a:satMod val="340000"/>
                <a:lumMod val="40000"/>
              </a:schemeClr>
              <a:schemeClr val="phClr">
                <a:tint val="92000"/>
                <a:shade val="94000"/>
                <a:hueMod val="110000"/>
                <a:satMod val="236000"/>
                <a:lumMod val="120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Hardcover</Template>
  <TotalTime>28</TotalTime>
  <Words>202</Words>
  <Application>Microsoft Office PowerPoint</Application>
  <PresentationFormat>On-screen Show (4:3)</PresentationFormat>
  <Paragraphs>38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Hardcover</vt:lpstr>
      <vt:lpstr>AMBA  VILLAGE  TOURISM WEBSITE</vt:lpstr>
      <vt:lpstr>INTRODUCTION</vt:lpstr>
      <vt:lpstr>PROJECT OBJECTIVES</vt:lpstr>
      <vt:lpstr>WEBSITE FEATURES</vt:lpstr>
      <vt:lpstr>TECHNOLOGIES USED</vt:lpstr>
      <vt:lpstr>HOME PAGE</vt:lpstr>
      <vt:lpstr>About Us page</vt:lpstr>
      <vt:lpstr>Tourism Page</vt:lpstr>
      <vt:lpstr>Contact page</vt:lpstr>
      <vt:lpstr>Conclusion 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AMBA  VILLAGE  TOURISM WEBSITE</dc:title>
  <dc:creator>Adhiraj</dc:creator>
  <cp:lastModifiedBy>Adhiraj</cp:lastModifiedBy>
  <cp:revision>15</cp:revision>
  <dcterms:created xsi:type="dcterms:W3CDTF">2026-06-16T17:18:06Z</dcterms:created>
  <dcterms:modified xsi:type="dcterms:W3CDTF">2026-06-16T17:47:05Z</dcterms:modified>
</cp:coreProperties>
</file>